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attanakarn Condensed Medium" charset="1" panose="00000000000000000000"/>
      <p:regular r:id="rId12"/>
    </p:embeddedFont>
    <p:embeddedFont>
      <p:font typeface="Pattanakarn Condense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2654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941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2654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941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16662" y="-181598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585902" y="1131508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62402" y="-6159174"/>
            <a:ext cx="14140503" cy="11955152"/>
          </a:xfrm>
          <a:custGeom>
            <a:avLst/>
            <a:gdLst/>
            <a:ahLst/>
            <a:cxnLst/>
            <a:rect r="r" b="b" t="t" l="l"/>
            <a:pathLst>
              <a:path h="11955152" w="14140503">
                <a:moveTo>
                  <a:pt x="0" y="0"/>
                </a:moveTo>
                <a:lnTo>
                  <a:pt x="14140503" y="0"/>
                </a:lnTo>
                <a:lnTo>
                  <a:pt x="14140503" y="11955152"/>
                </a:lnTo>
                <a:lnTo>
                  <a:pt x="0" y="11955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591702" y="5681678"/>
            <a:ext cx="21048712" cy="104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6"/>
              </a:lnSpc>
            </a:pPr>
            <a:r>
              <a:rPr lang="en-US" b="true" sz="6140" spc="343">
                <a:solidFill>
                  <a:srgbClr val="DC786D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Мәтін анализаторы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3557" y="9182100"/>
            <a:ext cx="6758193" cy="73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b="true" sz="4374" spc="244">
                <a:solidFill>
                  <a:srgbClr val="A03F73"/>
                </a:solidFill>
                <a:latin typeface="Pattanakarn Condensed Medium"/>
                <a:ea typeface="Pattanakarn Condensed Medium"/>
                <a:cs typeface="Pattanakarn Condensed Medium"/>
                <a:sym typeface="Pattanakarn Condensed Medium"/>
              </a:rPr>
              <a:t>Серік Ақжігіт ИС 24-15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3175984"/>
            <a:ext cx="8115300" cy="5222625"/>
            <a:chOff x="0" y="0"/>
            <a:chExt cx="2137363" cy="13755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7363" cy="1375506"/>
            </a:xfrm>
            <a:custGeom>
              <a:avLst/>
              <a:gdLst/>
              <a:ahLst/>
              <a:cxnLst/>
              <a:rect r="r" b="b" t="t" l="l"/>
              <a:pathLst>
                <a:path h="1375506" w="2137363">
                  <a:moveTo>
                    <a:pt x="19080" y="0"/>
                  </a:moveTo>
                  <a:lnTo>
                    <a:pt x="2118283" y="0"/>
                  </a:lnTo>
                  <a:cubicBezTo>
                    <a:pt x="2123343" y="0"/>
                    <a:pt x="2128196" y="2010"/>
                    <a:pt x="2131775" y="5588"/>
                  </a:cubicBezTo>
                  <a:cubicBezTo>
                    <a:pt x="2135353" y="9167"/>
                    <a:pt x="2137363" y="14020"/>
                    <a:pt x="2137363" y="19080"/>
                  </a:cubicBezTo>
                  <a:lnTo>
                    <a:pt x="2137363" y="1356426"/>
                  </a:lnTo>
                  <a:cubicBezTo>
                    <a:pt x="2137363" y="1366964"/>
                    <a:pt x="2128821" y="1375506"/>
                    <a:pt x="2118283" y="1375506"/>
                  </a:cubicBezTo>
                  <a:lnTo>
                    <a:pt x="19080" y="1375506"/>
                  </a:lnTo>
                  <a:cubicBezTo>
                    <a:pt x="8542" y="1375506"/>
                    <a:pt x="0" y="1366964"/>
                    <a:pt x="0" y="1356426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37363" cy="141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207529" y="1028700"/>
            <a:ext cx="4063277" cy="9632770"/>
          </a:xfrm>
          <a:custGeom>
            <a:avLst/>
            <a:gdLst/>
            <a:ahLst/>
            <a:cxnLst/>
            <a:rect r="r" b="b" t="t" l="l"/>
            <a:pathLst>
              <a:path h="9632770" w="4063277">
                <a:moveTo>
                  <a:pt x="0" y="0"/>
                </a:moveTo>
                <a:lnTo>
                  <a:pt x="4063277" y="0"/>
                </a:lnTo>
                <a:lnTo>
                  <a:pt x="4063277" y="9632770"/>
                </a:lnTo>
                <a:lnTo>
                  <a:pt x="0" y="9632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48263" y="4975697"/>
            <a:ext cx="11207529" cy="250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sz="285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Міндеті</a:t>
            </a:r>
          </a:p>
          <a:p>
            <a:pPr algn="just" marL="616981" indent="-308491" lvl="1">
              <a:lnSpc>
                <a:spcPts val="4000"/>
              </a:lnSpc>
              <a:buFont typeface="Arial"/>
              <a:buChar char="•"/>
            </a:pPr>
            <a:r>
              <a:rPr lang="en-US" sz="285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Мәтінді сөздерге бөлу</a:t>
            </a:r>
          </a:p>
          <a:p>
            <a:pPr algn="just" marL="616981" indent="-308491" lvl="1">
              <a:lnSpc>
                <a:spcPts val="4000"/>
              </a:lnSpc>
              <a:buFont typeface="Arial"/>
              <a:buChar char="•"/>
            </a:pPr>
            <a:r>
              <a:rPr lang="en-US" sz="285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Әр сөздің қанша рет кездесетінін есептеу</a:t>
            </a:r>
          </a:p>
          <a:p>
            <a:pPr algn="just" marL="616981" indent="-308491" lvl="1">
              <a:lnSpc>
                <a:spcPts val="4000"/>
              </a:lnSpc>
              <a:buFont typeface="Arial"/>
              <a:buChar char="•"/>
            </a:pPr>
            <a:r>
              <a:rPr lang="en-US" sz="285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Жалпы статистика шығару</a:t>
            </a:r>
          </a:p>
          <a:p>
            <a:pPr algn="just">
              <a:lnSpc>
                <a:spcPts val="4000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23977" y="8398609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5"/>
                </a:lnTo>
                <a:lnTo>
                  <a:pt x="0" y="263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2654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941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2654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941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16662" y="-181598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585902" y="1131508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27251" y="5628855"/>
            <a:ext cx="6932049" cy="3629445"/>
            <a:chOff x="0" y="0"/>
            <a:chExt cx="1825725" cy="955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5725" cy="955903"/>
            </a:xfrm>
            <a:custGeom>
              <a:avLst/>
              <a:gdLst/>
              <a:ahLst/>
              <a:cxnLst/>
              <a:rect r="r" b="b" t="t" l="l"/>
              <a:pathLst>
                <a:path h="955903" w="1825725">
                  <a:moveTo>
                    <a:pt x="22337" y="0"/>
                  </a:moveTo>
                  <a:lnTo>
                    <a:pt x="1803388" y="0"/>
                  </a:lnTo>
                  <a:cubicBezTo>
                    <a:pt x="1809312" y="0"/>
                    <a:pt x="1814994" y="2353"/>
                    <a:pt x="1819183" y="6542"/>
                  </a:cubicBezTo>
                  <a:cubicBezTo>
                    <a:pt x="1823371" y="10731"/>
                    <a:pt x="1825725" y="16413"/>
                    <a:pt x="1825725" y="22337"/>
                  </a:cubicBezTo>
                  <a:lnTo>
                    <a:pt x="1825725" y="933567"/>
                  </a:lnTo>
                  <a:cubicBezTo>
                    <a:pt x="1825725" y="939491"/>
                    <a:pt x="1823371" y="945172"/>
                    <a:pt x="1819183" y="949361"/>
                  </a:cubicBezTo>
                  <a:cubicBezTo>
                    <a:pt x="1814994" y="953550"/>
                    <a:pt x="1809312" y="955903"/>
                    <a:pt x="1803388" y="955903"/>
                  </a:cubicBezTo>
                  <a:lnTo>
                    <a:pt x="22337" y="955903"/>
                  </a:lnTo>
                  <a:cubicBezTo>
                    <a:pt x="16413" y="955903"/>
                    <a:pt x="10731" y="953550"/>
                    <a:pt x="6542" y="949361"/>
                  </a:cubicBezTo>
                  <a:cubicBezTo>
                    <a:pt x="2353" y="945172"/>
                    <a:pt x="0" y="939491"/>
                    <a:pt x="0" y="933567"/>
                  </a:cubicBezTo>
                  <a:lnTo>
                    <a:pt x="0" y="22337"/>
                  </a:lnTo>
                  <a:cubicBezTo>
                    <a:pt x="0" y="16413"/>
                    <a:pt x="2353" y="10731"/>
                    <a:pt x="6542" y="6542"/>
                  </a:cubicBezTo>
                  <a:cubicBezTo>
                    <a:pt x="10731" y="2353"/>
                    <a:pt x="16413" y="0"/>
                    <a:pt x="22337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5725" cy="994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43309" y="8802017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5"/>
                </a:lnTo>
                <a:lnTo>
                  <a:pt x="0" y="26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85463" y="-368730"/>
            <a:ext cx="11537235" cy="4635871"/>
          </a:xfrm>
          <a:custGeom>
            <a:avLst/>
            <a:gdLst/>
            <a:ahLst/>
            <a:cxnLst/>
            <a:rect r="r" b="b" t="t" l="l"/>
            <a:pathLst>
              <a:path h="4635871" w="11537235">
                <a:moveTo>
                  <a:pt x="0" y="0"/>
                </a:moveTo>
                <a:lnTo>
                  <a:pt x="11537235" y="0"/>
                </a:lnTo>
                <a:lnTo>
                  <a:pt x="11537235" y="4635870"/>
                </a:lnTo>
                <a:lnTo>
                  <a:pt x="0" y="46358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21031" y="1071358"/>
            <a:ext cx="2138269" cy="3195783"/>
          </a:xfrm>
          <a:custGeom>
            <a:avLst/>
            <a:gdLst/>
            <a:ahLst/>
            <a:cxnLst/>
            <a:rect r="r" b="b" t="t" l="l"/>
            <a:pathLst>
              <a:path h="3195783" w="2138269">
                <a:moveTo>
                  <a:pt x="0" y="0"/>
                </a:moveTo>
                <a:lnTo>
                  <a:pt x="2138269" y="0"/>
                </a:lnTo>
                <a:lnTo>
                  <a:pt x="2138269" y="3195782"/>
                </a:lnTo>
                <a:lnTo>
                  <a:pt x="0" y="3195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479156" y="5590755"/>
            <a:ext cx="7434708" cy="376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split() қалай жұмыс істейді?</a:t>
            </a:r>
          </a:p>
          <a:p>
            <a:pPr algn="just" marL="384787" indent="-192394" lvl="1">
              <a:lnSpc>
                <a:spcPts val="2495"/>
              </a:lnSpc>
              <a:buFont typeface="Arial"/>
              <a:buChar char="•"/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split() — мәтінді бөліктерге бөледі</a:t>
            </a:r>
          </a:p>
          <a:p>
            <a:pPr algn="just" marL="384787" indent="-192394" lvl="1">
              <a:lnSpc>
                <a:spcPts val="2495"/>
              </a:lnSpc>
              <a:buFont typeface="Arial"/>
              <a:buChar char="•"/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Бөлгіш ретінде regex (үлгі) қолданылады</a:t>
            </a:r>
          </a:p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Мысал:</a:t>
            </a:r>
          </a:p>
          <a:p>
            <a:pPr algn="just">
              <a:lnSpc>
                <a:spcPts val="2495"/>
              </a:lnSpc>
            </a:pPr>
          </a:p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String text = "Hello world";</a:t>
            </a:r>
          </a:p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String[] words = text.split(" ");</a:t>
            </a:r>
          </a:p>
          <a:p>
            <a:pPr algn="just">
              <a:lnSpc>
                <a:spcPts val="2495"/>
              </a:lnSpc>
            </a:pPr>
          </a:p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Нәтиже:</a:t>
            </a:r>
          </a:p>
          <a:p>
            <a:pPr algn="just">
              <a:lnSpc>
                <a:spcPts val="2495"/>
              </a:lnSpc>
            </a:pPr>
          </a:p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["Hello", "world"]</a:t>
            </a:r>
          </a:p>
          <a:p>
            <a:pPr algn="just">
              <a:lnSpc>
                <a:spcPts val="24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1935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5778" y="-33842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91935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35778" y="51435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22840" y="-52947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7226417" y="1260159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30869" y="4742909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5"/>
                </a:lnTo>
                <a:lnTo>
                  <a:pt x="0" y="26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73023" y="5437216"/>
            <a:ext cx="7177869" cy="3308210"/>
            <a:chOff x="0" y="0"/>
            <a:chExt cx="1890468" cy="871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90468" cy="871298"/>
            </a:xfrm>
            <a:custGeom>
              <a:avLst/>
              <a:gdLst/>
              <a:ahLst/>
              <a:cxnLst/>
              <a:rect r="r" b="b" t="t" l="l"/>
              <a:pathLst>
                <a:path h="871298" w="1890468">
                  <a:moveTo>
                    <a:pt x="21572" y="0"/>
                  </a:moveTo>
                  <a:lnTo>
                    <a:pt x="1868896" y="0"/>
                  </a:lnTo>
                  <a:cubicBezTo>
                    <a:pt x="1880810" y="0"/>
                    <a:pt x="1890468" y="9658"/>
                    <a:pt x="1890468" y="21572"/>
                  </a:cubicBezTo>
                  <a:lnTo>
                    <a:pt x="1890468" y="849727"/>
                  </a:lnTo>
                  <a:cubicBezTo>
                    <a:pt x="1890468" y="861640"/>
                    <a:pt x="1880810" y="871298"/>
                    <a:pt x="1868896" y="871298"/>
                  </a:cubicBezTo>
                  <a:lnTo>
                    <a:pt x="21572" y="871298"/>
                  </a:lnTo>
                  <a:cubicBezTo>
                    <a:pt x="9658" y="871298"/>
                    <a:pt x="0" y="861640"/>
                    <a:pt x="0" y="849727"/>
                  </a:cubicBezTo>
                  <a:lnTo>
                    <a:pt x="0" y="21572"/>
                  </a:lnTo>
                  <a:cubicBezTo>
                    <a:pt x="0" y="9658"/>
                    <a:pt x="9658" y="0"/>
                    <a:pt x="21572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90468" cy="909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2800147" y="1028700"/>
            <a:ext cx="9861382" cy="8337351"/>
          </a:xfrm>
          <a:custGeom>
            <a:avLst/>
            <a:gdLst/>
            <a:ahLst/>
            <a:cxnLst/>
            <a:rect r="r" b="b" t="t" l="l"/>
            <a:pathLst>
              <a:path h="8337351" w="9861382">
                <a:moveTo>
                  <a:pt x="0" y="0"/>
                </a:moveTo>
                <a:lnTo>
                  <a:pt x="9861382" y="0"/>
                </a:lnTo>
                <a:lnTo>
                  <a:pt x="9861382" y="8337351"/>
                </a:lnTo>
                <a:lnTo>
                  <a:pt x="0" y="83373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13925" y="5818556"/>
            <a:ext cx="6096065" cy="282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HashMap деген не?</a:t>
            </a:r>
          </a:p>
          <a:p>
            <a:pPr algn="just" marL="384787" indent="-192394" lvl="1">
              <a:lnSpc>
                <a:spcPts val="2495"/>
              </a:lnSpc>
              <a:buFont typeface="Arial"/>
              <a:buChar char="•"/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HashMap — кілт және мән сақтайтын құрылым</a:t>
            </a:r>
          </a:p>
          <a:p>
            <a:pPr algn="just" marL="384787" indent="-192394" lvl="1">
              <a:lnSpc>
                <a:spcPts val="2495"/>
              </a:lnSpc>
              <a:buFont typeface="Arial"/>
              <a:buChar char="•"/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Бұл жерде:</a:t>
            </a:r>
          </a:p>
          <a:p>
            <a:pPr algn="just" marL="769574" indent="-256525" lvl="2">
              <a:lnSpc>
                <a:spcPts val="2495"/>
              </a:lnSpc>
              <a:buFont typeface="Arial"/>
              <a:buChar char="⚬"/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Кілт (key) → сөз</a:t>
            </a:r>
          </a:p>
          <a:p>
            <a:pPr algn="just" marL="769574" indent="-256525" lvl="2">
              <a:lnSpc>
                <a:spcPts val="2495"/>
              </a:lnSpc>
              <a:buFont typeface="Arial"/>
              <a:buChar char="⚬"/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Мән (value) → саны</a:t>
            </a:r>
          </a:p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Мысал:</a:t>
            </a:r>
          </a:p>
          <a:p>
            <a:pPr algn="just">
              <a:lnSpc>
                <a:spcPts val="2495"/>
              </a:lnSpc>
            </a:pPr>
          </a:p>
          <a:p>
            <a:pPr algn="just">
              <a:lnSpc>
                <a:spcPts val="2495"/>
              </a:lnSpc>
            </a:pPr>
            <a:r>
              <a:rPr lang="en-US" sz="178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HashMap&lt;String, Integer&gt; map = new HashMap</a:t>
            </a:r>
          </a:p>
          <a:p>
            <a:pPr algn="just">
              <a:lnSpc>
                <a:spcPts val="24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2654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941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2654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941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16662" y="-181598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585902" y="1131508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036590" y="1516150"/>
            <a:ext cx="6663651" cy="7644465"/>
            <a:chOff x="0" y="0"/>
            <a:chExt cx="1755036" cy="20133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55036" cy="2013357"/>
            </a:xfrm>
            <a:custGeom>
              <a:avLst/>
              <a:gdLst/>
              <a:ahLst/>
              <a:cxnLst/>
              <a:rect r="r" b="b" t="t" l="l"/>
              <a:pathLst>
                <a:path h="2013357" w="1755036">
                  <a:moveTo>
                    <a:pt x="23236" y="0"/>
                  </a:moveTo>
                  <a:lnTo>
                    <a:pt x="1731799" y="0"/>
                  </a:lnTo>
                  <a:cubicBezTo>
                    <a:pt x="1737962" y="0"/>
                    <a:pt x="1743872" y="2448"/>
                    <a:pt x="1748230" y="6806"/>
                  </a:cubicBezTo>
                  <a:cubicBezTo>
                    <a:pt x="1752587" y="11163"/>
                    <a:pt x="1755036" y="17074"/>
                    <a:pt x="1755036" y="23236"/>
                  </a:cubicBezTo>
                  <a:lnTo>
                    <a:pt x="1755036" y="1990121"/>
                  </a:lnTo>
                  <a:cubicBezTo>
                    <a:pt x="1755036" y="1996284"/>
                    <a:pt x="1752587" y="2002194"/>
                    <a:pt x="1748230" y="2006551"/>
                  </a:cubicBezTo>
                  <a:cubicBezTo>
                    <a:pt x="1743872" y="2010909"/>
                    <a:pt x="1737962" y="2013357"/>
                    <a:pt x="1731799" y="2013357"/>
                  </a:cubicBezTo>
                  <a:lnTo>
                    <a:pt x="23236" y="2013357"/>
                  </a:lnTo>
                  <a:cubicBezTo>
                    <a:pt x="17074" y="2013357"/>
                    <a:pt x="11163" y="2010909"/>
                    <a:pt x="6806" y="2006551"/>
                  </a:cubicBezTo>
                  <a:cubicBezTo>
                    <a:pt x="2448" y="2002194"/>
                    <a:pt x="0" y="1996284"/>
                    <a:pt x="0" y="1990121"/>
                  </a:cubicBezTo>
                  <a:lnTo>
                    <a:pt x="0" y="23236"/>
                  </a:lnTo>
                  <a:cubicBezTo>
                    <a:pt x="0" y="17074"/>
                    <a:pt x="2448" y="11163"/>
                    <a:pt x="6806" y="6806"/>
                  </a:cubicBezTo>
                  <a:cubicBezTo>
                    <a:pt x="11163" y="2448"/>
                    <a:pt x="17074" y="0"/>
                    <a:pt x="23236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55036" cy="205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139277" y="8704332"/>
            <a:ext cx="557224" cy="263415"/>
          </a:xfrm>
          <a:custGeom>
            <a:avLst/>
            <a:gdLst/>
            <a:ahLst/>
            <a:cxnLst/>
            <a:rect r="r" b="b" t="t" l="l"/>
            <a:pathLst>
              <a:path h="263415" w="557224">
                <a:moveTo>
                  <a:pt x="0" y="0"/>
                </a:moveTo>
                <a:lnTo>
                  <a:pt x="557224" y="0"/>
                </a:lnTo>
                <a:lnTo>
                  <a:pt x="557224" y="263415"/>
                </a:lnTo>
                <a:lnTo>
                  <a:pt x="0" y="263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31466" y="1028700"/>
            <a:ext cx="6640803" cy="6701728"/>
          </a:xfrm>
          <a:custGeom>
            <a:avLst/>
            <a:gdLst/>
            <a:ahLst/>
            <a:cxnLst/>
            <a:rect r="r" b="b" t="t" l="l"/>
            <a:pathLst>
              <a:path h="6701728" w="6640803">
                <a:moveTo>
                  <a:pt x="0" y="0"/>
                </a:moveTo>
                <a:lnTo>
                  <a:pt x="6640804" y="0"/>
                </a:lnTo>
                <a:lnTo>
                  <a:pt x="6640804" y="6701728"/>
                </a:lnTo>
                <a:lnTo>
                  <a:pt x="0" y="67017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66029" y="1885664"/>
            <a:ext cx="6866625" cy="646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Жиілік қалай есептеледі?</a:t>
            </a:r>
          </a:p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Алгоритм:</a:t>
            </a:r>
          </a:p>
          <a:p>
            <a:pPr algn="just" marL="567242" indent="-283621" lvl="1">
              <a:lnSpc>
                <a:spcPts val="3678"/>
              </a:lnSpc>
              <a:buAutoNum type="arabicPeriod" startAt="1"/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Сөздерді бөлу</a:t>
            </a:r>
          </a:p>
          <a:p>
            <a:pPr algn="just" marL="567242" indent="-283621" lvl="1">
              <a:lnSpc>
                <a:spcPts val="3678"/>
              </a:lnSpc>
              <a:buAutoNum type="arabicPeriod" startAt="1"/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Әр сөзді тексеру</a:t>
            </a:r>
          </a:p>
          <a:p>
            <a:pPr algn="just" marL="567242" indent="-283621" lvl="1">
              <a:lnSpc>
                <a:spcPts val="3678"/>
              </a:lnSpc>
              <a:buAutoNum type="arabicPeriod" startAt="1"/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Егер бар болса → +1</a:t>
            </a:r>
          </a:p>
          <a:p>
            <a:pPr algn="just" marL="567242" indent="-283621" lvl="1">
              <a:lnSpc>
                <a:spcPts val="3678"/>
              </a:lnSpc>
              <a:buAutoNum type="arabicPeriod" startAt="1"/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Егер жоқ болса → 1</a:t>
            </a:r>
          </a:p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Мысал:</a:t>
            </a:r>
          </a:p>
          <a:p>
            <a:pPr algn="just">
              <a:lnSpc>
                <a:spcPts val="3678"/>
              </a:lnSpc>
            </a:pPr>
          </a:p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if (map.containsKey(word)) {</a:t>
            </a:r>
          </a:p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   map.put(word, map.get(word) + 1);</a:t>
            </a:r>
          </a:p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} else {</a:t>
            </a:r>
          </a:p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    map.put(word, 1);</a:t>
            </a:r>
          </a:p>
          <a:p>
            <a:pPr algn="just">
              <a:lnSpc>
                <a:spcPts val="3678"/>
              </a:lnSpc>
            </a:pPr>
            <a:r>
              <a:rPr lang="en-US" sz="2627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}</a:t>
            </a:r>
          </a:p>
          <a:p>
            <a:pPr algn="just">
              <a:lnSpc>
                <a:spcPts val="36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2654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941" y="-3082800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2654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4941" y="5444913"/>
            <a:ext cx="8527713" cy="8527713"/>
          </a:xfrm>
          <a:custGeom>
            <a:avLst/>
            <a:gdLst/>
            <a:ahLst/>
            <a:cxnLst/>
            <a:rect r="r" b="b" t="t" l="l"/>
            <a:pathLst>
              <a:path h="8527713" w="8527713">
                <a:moveTo>
                  <a:pt x="0" y="0"/>
                </a:moveTo>
                <a:lnTo>
                  <a:pt x="8527713" y="0"/>
                </a:lnTo>
                <a:lnTo>
                  <a:pt x="8527713" y="8527713"/>
                </a:lnTo>
                <a:lnTo>
                  <a:pt x="0" y="852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16662" y="-181598"/>
            <a:ext cx="2864146" cy="10995720"/>
            <a:chOff x="0" y="0"/>
            <a:chExt cx="754343" cy="28959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4343" cy="2895992"/>
            </a:xfrm>
            <a:custGeom>
              <a:avLst/>
              <a:gdLst/>
              <a:ahLst/>
              <a:cxnLst/>
              <a:rect r="r" b="b" t="t" l="l"/>
              <a:pathLst>
                <a:path h="2895992" w="754343">
                  <a:moveTo>
                    <a:pt x="0" y="0"/>
                  </a:moveTo>
                  <a:lnTo>
                    <a:pt x="754343" y="0"/>
                  </a:lnTo>
                  <a:lnTo>
                    <a:pt x="754343" y="2895992"/>
                  </a:lnTo>
                  <a:lnTo>
                    <a:pt x="0" y="2895992"/>
                  </a:lnTo>
                  <a:close/>
                </a:path>
              </a:pathLst>
            </a:custGeom>
            <a:solidFill>
              <a:srgbClr val="5345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4343" cy="293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585902" y="1131508"/>
            <a:ext cx="487450" cy="281835"/>
          </a:xfrm>
          <a:custGeom>
            <a:avLst/>
            <a:gdLst/>
            <a:ahLst/>
            <a:cxnLst/>
            <a:rect r="r" b="b" t="t" l="l"/>
            <a:pathLst>
              <a:path h="281835" w="487450">
                <a:moveTo>
                  <a:pt x="0" y="0"/>
                </a:moveTo>
                <a:lnTo>
                  <a:pt x="487451" y="0"/>
                </a:lnTo>
                <a:lnTo>
                  <a:pt x="487451" y="281835"/>
                </a:lnTo>
                <a:lnTo>
                  <a:pt x="0" y="281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94849" y="1028700"/>
            <a:ext cx="2850290" cy="10886526"/>
          </a:xfrm>
          <a:custGeom>
            <a:avLst/>
            <a:gdLst/>
            <a:ahLst/>
            <a:cxnLst/>
            <a:rect r="r" b="b" t="t" l="l"/>
            <a:pathLst>
              <a:path h="10886526" w="2850290">
                <a:moveTo>
                  <a:pt x="0" y="0"/>
                </a:moveTo>
                <a:lnTo>
                  <a:pt x="2850291" y="0"/>
                </a:lnTo>
                <a:lnTo>
                  <a:pt x="2850291" y="10886526"/>
                </a:lnTo>
                <a:lnTo>
                  <a:pt x="0" y="10886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32456" y="2136703"/>
            <a:ext cx="8981863" cy="7121597"/>
            <a:chOff x="0" y="0"/>
            <a:chExt cx="2365594" cy="1875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5594" cy="1875647"/>
            </a:xfrm>
            <a:custGeom>
              <a:avLst/>
              <a:gdLst/>
              <a:ahLst/>
              <a:cxnLst/>
              <a:rect r="r" b="b" t="t" l="l"/>
              <a:pathLst>
                <a:path h="1875647" w="2365594">
                  <a:moveTo>
                    <a:pt x="17239" y="0"/>
                  </a:moveTo>
                  <a:lnTo>
                    <a:pt x="2348355" y="0"/>
                  </a:lnTo>
                  <a:cubicBezTo>
                    <a:pt x="2357875" y="0"/>
                    <a:pt x="2365594" y="7718"/>
                    <a:pt x="2365594" y="17239"/>
                  </a:cubicBezTo>
                  <a:lnTo>
                    <a:pt x="2365594" y="1858408"/>
                  </a:lnTo>
                  <a:cubicBezTo>
                    <a:pt x="2365594" y="1867929"/>
                    <a:pt x="2357875" y="1875647"/>
                    <a:pt x="2348355" y="1875647"/>
                  </a:cubicBezTo>
                  <a:lnTo>
                    <a:pt x="17239" y="1875647"/>
                  </a:lnTo>
                  <a:cubicBezTo>
                    <a:pt x="7718" y="1875647"/>
                    <a:pt x="0" y="1867929"/>
                    <a:pt x="0" y="1858408"/>
                  </a:cubicBezTo>
                  <a:lnTo>
                    <a:pt x="0" y="17239"/>
                  </a:lnTo>
                  <a:cubicBezTo>
                    <a:pt x="0" y="7718"/>
                    <a:pt x="7718" y="0"/>
                    <a:pt x="17239" y="0"/>
                  </a:cubicBezTo>
                  <a:close/>
                </a:path>
              </a:pathLst>
            </a:custGeom>
            <a:solidFill>
              <a:srgbClr val="EECAC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65594" cy="1913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338553" y="5275796"/>
            <a:ext cx="877423" cy="6108642"/>
          </a:xfrm>
          <a:custGeom>
            <a:avLst/>
            <a:gdLst/>
            <a:ahLst/>
            <a:cxnLst/>
            <a:rect r="r" b="b" t="t" l="l"/>
            <a:pathLst>
              <a:path h="6108642" w="877423">
                <a:moveTo>
                  <a:pt x="0" y="0"/>
                </a:moveTo>
                <a:lnTo>
                  <a:pt x="877423" y="0"/>
                </a:lnTo>
                <a:lnTo>
                  <a:pt x="877423" y="6108642"/>
                </a:lnTo>
                <a:lnTo>
                  <a:pt x="0" y="61086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4000" y="2608963"/>
            <a:ext cx="11507170" cy="503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слайд: Нәтиже</a:t>
            </a: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Мысал мәтін:</a:t>
            </a:r>
          </a:p>
          <a:p>
            <a:pPr algn="just">
              <a:lnSpc>
                <a:spcPts val="3082"/>
              </a:lnSpc>
            </a:pP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Java is great and Java is powerful</a:t>
            </a:r>
          </a:p>
          <a:p>
            <a:pPr algn="just">
              <a:lnSpc>
                <a:spcPts val="3082"/>
              </a:lnSpc>
            </a:pP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Нәтиже:</a:t>
            </a:r>
          </a:p>
          <a:p>
            <a:pPr algn="just">
              <a:lnSpc>
                <a:spcPts val="3082"/>
              </a:lnSpc>
            </a:pP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java : 2  </a:t>
            </a: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is : 2  </a:t>
            </a: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and : 1  </a:t>
            </a: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great : 1  </a:t>
            </a:r>
          </a:p>
          <a:p>
            <a:pPr algn="just">
              <a:lnSpc>
                <a:spcPts val="3082"/>
              </a:lnSpc>
            </a:pPr>
            <a:r>
              <a:rPr lang="en-US" sz="2202">
                <a:solidFill>
                  <a:srgbClr val="534569"/>
                </a:solidFill>
                <a:latin typeface="Pattanakarn Condensed"/>
                <a:ea typeface="Pattanakarn Condensed"/>
                <a:cs typeface="Pattanakarn Condensed"/>
                <a:sym typeface="Pattanakarn Condensed"/>
              </a:rPr>
              <a:t>powerful : 1  </a:t>
            </a:r>
          </a:p>
          <a:p>
            <a:pPr algn="just">
              <a:lnSpc>
                <a:spcPts val="30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DAHH2GE5C4I</dc:identifier>
  <dcterms:modified xsi:type="dcterms:W3CDTF">2011-08-01T06:04:30Z</dcterms:modified>
  <cp:revision>1</cp:revision>
  <dc:title>Purple and Pink Geometric Illustrated Computer Basics Presentation</dc:title>
</cp:coreProperties>
</file>